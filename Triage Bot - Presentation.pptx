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94"/>
                </a:solidFill>
              </a:rPr>
              <a:t>N8N WORKFLOW AUTOMATION  —  FINAL CAPSTONE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Customer Support Triage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</a:rPr>
              <a:t>Turning a fragile demo into a production-ready, sellable system.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Ryan Mwangi</a:t>
            </a:r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</a:rPr>
              <a:t>   •   June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Urgent customers get buried in the noise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Support inboxes mix true emergencies with routine questions.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 double-charged, locked-out customer can sit behind 40 trivial tickets.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Manual triage is slow, inconsistent, and doesn't scale.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Miss the urgent one and you lose the customer.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07024" y="2116836"/>
            <a:ext cx="583387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C:\Users\HomePC\Downloads\shots\Screenshot (80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153412"/>
            <a:ext cx="5760720" cy="3236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4452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Raw incoming tickets in the SupportTickets sheet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pipeline that triages every ticket automatically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87752" y="1563624"/>
            <a:ext cx="6986016" cy="3959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HomePC\Downloads\shots\Screenshot (76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1600200"/>
            <a:ext cx="6912864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5412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Workflow 1 — the end-to-end data-processing pipeline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Reads every ticket  →  cleans it  →  scores urgency  →  drafts a reply  →  logs it  →  escalates the urgent ones.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WHERE I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Week-8 design: it looked finished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One straight line of nodes: webhook → read → 2 AI agents → parse → email.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 a clean demo, it worked: AI classified tickets, urgent emails fired.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But it assumed the AI is always perfect, APIs never fail, and nothing breaks mid-run.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 the real world, all three assumptions break.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01168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23774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“It looked finished.”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75120" y="3291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That was the trap — appearing to work while quietly being fragile.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94"/>
                </a:solidFill>
              </a:rPr>
              <a:t>WHERE COULD IT FAIL?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weaknesses — one almost invisible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B3A57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A80"/>
                </a:solidFill>
              </a:rPr>
              <a:t>THE SILENT KILLER: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the log step sat on the “urgent” branch only — so every Medium &amp; Low ticket was silently dropped and never recorded. The system looked fine while losing most of its data.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AI output parsed by hand → one stray character crashes the run.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Only one of two agents had a backup model.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No retries, no error handling, no continue-on-error.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No logging or audit trail — a total black box.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THE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system, three focused workflows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</a:rPr>
              <a:t>Data Processing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2340864"/>
            <a:ext cx="3163824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9" name="Image 0" descr="C:\Users\HomePC\Downloads\shots\Screenshot (76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377440"/>
            <a:ext cx="3090672" cy="1737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2976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Reads tickets, runs the AI, logs everything, decides urgency.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5112" y="160020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17647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55371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148072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</a:rPr>
              <a:t>Error Handling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526280" y="2340864"/>
            <a:ext cx="3163824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16" name="Image 1" descr="C:\Users\HomePC\Downloads\shots\Screenshot (796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2377440"/>
            <a:ext cx="3090672" cy="1737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53712" y="42976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Catches any failure, logs it, classifies severity, alerts.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01584" y="160020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0184" y="17647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6"/>
          <p:cNvSpPr/>
          <p:nvPr/>
        </p:nvSpPr>
        <p:spPr>
          <a:xfrm>
            <a:off x="8330184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8924544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</a:rPr>
              <a:t>Human Response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8302752" y="2340864"/>
            <a:ext cx="3163824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23" name="Image 2" descr="C:\Users\HomePC\Downloads\shots\Screenshot (808)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377440"/>
            <a:ext cx="3090672" cy="1737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30184" y="42976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Sends the urgent alert and drafts the customer reply.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UPGRADE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AI output — predictable every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" y="2075688"/>
            <a:ext cx="5650992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HomePC\Downloads\shots\Screenshot (76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12264"/>
            <a:ext cx="5577840" cy="3136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3035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An enum-locked JSON schema constrains the AI output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Each agent has a Structured Output Parser bound to a strict JSON schema.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Category can only be Billing, Technical, or General.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Urgency can only be High, Medium, or Low.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Why it's better: a stray word can never crash the pipeline again — output is guaranteed machine-readable.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UPGRADE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Fault tolerance — survive the blips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" y="2075688"/>
            <a:ext cx="5650992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HomePC\Downloads\shots\Screenshot (77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12264"/>
            <a:ext cx="5577840" cy="3136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3035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Retry-on-fail + Continue-on-error on every key node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Agents and Sheets nodes retry automatically — 3 times, with backoff.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Continue-on-error sets a bad ticket aside instead of aborting the batch.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 caught row lands safely; the rest keep processing.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Why it's better: one bad row or one flaky moment can no longer take down the whole run.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UPGRADE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fallback — survive a provider outage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0F2942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Agent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20640" y="155448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00B894"/>
          </a:solidFill>
          <a:ln/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554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402B"/>
                </a:solidFill>
              </a:rPr>
              <a:t>PRIMARY
</a:t>
            </a:r>
            <a:pPr algn="ctr" indent="0" marL="0">
              <a:buNone/>
            </a:pPr>
            <a:r>
              <a:rPr lang="en-US" sz="1500" b="1" dirty="0">
                <a:solidFill>
                  <a:srgbClr val="06402B"/>
                </a:solidFill>
              </a:rPr>
              <a:t>Groq  llama-3.3-70b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329184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120640" y="3291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FALLBACK
</a:t>
            </a:r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</a:rPr>
              <a:t>Mistral  large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2743200"/>
            <a:ext cx="1463040" cy="-548640"/>
          </a:xfrm>
          <a:prstGeom prst="line">
            <a:avLst/>
          </a:prstGeom>
          <a:noFill/>
          <a:ln w="38100">
            <a:solidFill>
              <a:srgbClr val="00B8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3200400"/>
            <a:ext cx="1463040" cy="640080"/>
          </a:xfrm>
          <a:prstGeom prst="line">
            <a:avLst/>
          </a:prstGeom>
          <a:noFill/>
          <a:ln w="381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2960" y="457200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Groq (Llama 3.3) is primary; Mistral Large is automatic fallback.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If Groq is down or rate-limited, the agent silently switches to Mistral.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Two separate providers fail independently → no single point of failure.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Seen live: when I hit Groq's rate limit, Mistral picked up the work.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UPGRADE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 &amp; governance — nothing fails silently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4944" y="1609344"/>
            <a:ext cx="5193792" cy="2953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HomePC\Downloads\shots\Screenshot (80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12064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811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Every ticket logged: model used + timestamp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64224" y="1609344"/>
            <a:ext cx="5193792" cy="2953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8" name="Image 1" descr="C:\Users\HomePC\Downloads\shots\Screenshot (806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12064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5811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Every error captured in the ErrorLog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5029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Logging moved BEFORE the urgency branch → every ticket is now recorded (the bug fix).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A dedicated error workflow logs every failure with full context + a link to the failed run, and emails the team.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UPGRADE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architecture + a human in the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" y="2075688"/>
            <a:ext cx="5650992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HomePC\Downloads\shots\Screenshot (80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12264"/>
            <a:ext cx="5577840" cy="3136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3035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Workflow 3 — Human Response / Email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Split into three independent, testable, reusable workflows.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The customer reply is never auto-sent.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The AI's draft is saved to Gmail for a human to review and approve.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Why it's better: a person stays in control of anything a customer actually sees — the safe, professional choice.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INSIDE WORKFLOW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AI agents do the thinking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" y="1732788"/>
            <a:ext cx="5559552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HomePC\Downloads\shots\Screenshot (76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9364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49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The Janitor — cleans category, flags duplicates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81344" y="1732788"/>
            <a:ext cx="5559552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8" name="Image 1" descr="C:\Users\HomePC\Downloads\shots\Screenshot (769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69364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9149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The Triage Officer — scores urgency, drafts a reply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Both are schema-enforced and both run Groq → Mistral fallback.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WORKFLOW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 — the safety 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6656832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HomePC\Downloads\shots\Screenshot (79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58368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54126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Detect → Extract → Log → Classify → Alert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0" y="1828800"/>
            <a:ext cx="43891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Fires automatically on any unhandled failure in WF1 or WF3.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Captures workflow, failed node, message + execution link.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Auth / quota / rate-limit → HIGH (escalate); else STANDARD.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Writes to ErrorLog and emails the team.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WORKFLOW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Response — alert + draft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" y="1956816"/>
            <a:ext cx="5742432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HomePC\Downloads\shots\Screenshot (81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93392"/>
            <a:ext cx="56692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3951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A real urgent-alert email to the team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9224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Called by Workflow 1 only for High-urgency tickets.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Internal urgent alert → sent immediately so a human can act.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Customer reply → saved as a Gmail draft for review.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Speed for the team; final say stays with a person.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609344"/>
            <a:ext cx="502920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C:\Users\HomePC\Downloads\shots\Screenshot (80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45920"/>
            <a:ext cx="4956048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4897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TriagedTickets — every ticket logged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46520" y="1609344"/>
            <a:ext cx="5029200" cy="2862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pic>
        <p:nvPicPr>
          <p:cNvPr id="8" name="Image 1" descr="C:\Users\HomePC\Downloads\shots\Screenshot (818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645920"/>
            <a:ext cx="4956048" cy="2788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4897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Automated error-alert email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Verified end-to-end on n8n 2.8.4: all tickets logged, urgent ones escalated, errors caught and reported.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94"/>
                </a:solidFill>
              </a:rPr>
              <a:t>WHY IT'S MORE ROBUST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demo to a production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1B3A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A80"/>
                </a:solidFill>
              </a:rPr>
              <a:t>BEFORE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Silently dropped most tickets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Crashed on odd AI output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Died on the first API blip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A black box — no logs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9632" y="173736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10433A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94"/>
                </a:solidFill>
              </a:rPr>
              <a:t>AFTER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3952" y="24688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7F5EC"/>
                </a:solidFill>
              </a:rPr>
              <a:t>Logs every ticket (full audit trail)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7F5EC"/>
                </a:solidFill>
              </a:rPr>
              <a:t>Schema-enforced, predictable output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7F5EC"/>
                </a:solidFill>
              </a:rPr>
              <a:t>Retries + cross-provider fallback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7F5EC"/>
                </a:solidFill>
              </a:rPr>
              <a:t>Observable + human-approved replies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109728" cy="18288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942"/>
                </a:solidFill>
              </a:rPr>
              <a:t>Faster response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Urgent issues reach a human in seconds, not hours.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737360"/>
            <a:ext cx="109728" cy="18288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942"/>
                </a:solidFill>
              </a:rPr>
              <a:t>Nothing lost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Every ticket is logged and auditable.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840480"/>
            <a:ext cx="109728" cy="18288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942"/>
                </a:solidFill>
              </a:rPr>
              <a:t>Always 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Runs 24/7 with automatic failover.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D9DEE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840480"/>
            <a:ext cx="109728" cy="18288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942"/>
                </a:solidFill>
              </a:rPr>
              <a:t>Sellable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Clean, documented, deployable — production grade.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73736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original looked like it worked — but it quietly lost data and would die at the first hiccup.”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new version is observable, resilient, predictable, and safe.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</a:rPr>
              <a:t>Thank you — questions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Customer Support Triage</dc:title>
  <dc:subject>PptxGenJS Presentation</dc:subject>
  <dc:creator>Ryan Mwangi</dc:creator>
  <cp:lastModifiedBy>Ryan Mwangi</cp:lastModifiedBy>
  <cp:revision>1</cp:revision>
  <dcterms:created xsi:type="dcterms:W3CDTF">2026-06-07T00:04:28Z</dcterms:created>
  <dcterms:modified xsi:type="dcterms:W3CDTF">2026-06-07T00:04:28Z</dcterms:modified>
</cp:coreProperties>
</file>